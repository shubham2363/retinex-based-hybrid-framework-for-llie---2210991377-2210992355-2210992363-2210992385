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f0e30974b_0_6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df0e30974b_0_6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sz="1700"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sz="1700"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Retinex-Based Hybrid Framework For Low-Light Image Enhancement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Aryan Chhabra 2210991377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Shreyansh Maheshwari 2210992345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Shubham Dhoni 2210992363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Sitanshu Gupta 2210992385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Shikha Tuteja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Outline</a:t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Introduction &amp; Motivation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Existing Methods &amp; Research Gap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Proposed Hybrid Framework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Backend AI Enhancement Pipeline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Frontend Real-Time Enhancement Pipeline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System Architecture &amp; Workflow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Dataset, Training &amp; Evaluation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Results &amp; Performance Analysis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Qualitative Comparison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Limitations &amp; Future Scope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Motivation</a:t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Low-light images often suffer from: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visibility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contrast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distortion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methods improve brightness but: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Lose details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artifacts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 in extreme darkness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methods provide better enhancement but: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 high computational power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difficult for real-time deployment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hybrid system that balances: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High-quality enhancement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performance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flexibility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164000" y="900000"/>
            <a:ext cx="8877900" cy="55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low-light enhancement systems face several limitations: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methods fail in extremely dark conditions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models are computationally expensive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enhancement is difficult on lightweight systems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methods amplify noise and distort colors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Objective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 hybrid low-light enhancement framework that: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Produces high-quality enhanced images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natural colors and details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real-time enhancement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flexibility for different use cases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hybrid architecture containing: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AI Mode for high-quality enhancement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Default Mode for real-time processing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Methods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Methods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Histogram Equalization (HE)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CLAHE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Gamma Correction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Retinex-based enhancement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methods are computationally efficient but often introduce artifacts and fail in complex lighting conditions.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Learning-Based Methods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CNN-based enhancement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RetinexNet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Transformer-based approaches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approaches achieve better visual quality but require high computational power and GPU resources.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existing methods focus either on quality or speed. Very few systems provide both high-quality enhancement and real-time usability in a single framework.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Hybrid Framework </a:t>
            </a:r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Hybrid Framework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system combines deep learning techniques with lightweight real-time enhancement methods.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Operating Modes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AI Mode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 on image quality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transformers, Retinex decomposition &amp; diffusion refinement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Produces high-quality enhanced images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Default Mode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Browser-based lightweight enhancement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processing speed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Suitable for real-time applications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Advantage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can switch between both modes according to their requirements for speed or quality.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AI Mode </a:t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164000" y="900000"/>
            <a:ext cx="8882400" cy="57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Backend AI Mode consists of four major components: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Transformer Backbone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 global image context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self-attention for feature extraction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long-range dependency learning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Retinex-Inspired Decomposition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Separates illumination and reflectance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image structure and texture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Enhances visibility naturally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Diffusion Refinement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Removes artifacts and noise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Restores textures and fine details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Produces visually realistic outputs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Post-Processing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CLAHE enhancement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Bilateral denoising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Edge-aware sharpening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–"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Default Mode </a:t>
            </a:r>
            <a:endParaRPr/>
          </a:p>
        </p:txBody>
      </p:sp>
      <p:sp>
        <p:nvSpPr>
          <p:cNvPr id="132" name="Google Shape;132;p21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Frontend Default Mode is designed for lightweight and fast image enhancement directly inside the browser.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Pipeline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White balance correction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Multi-scale Retinex enhancement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Dehazing and contrast adjustment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Noise reduction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Edge-aware sharpening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processing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GPU requirement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 visual feedback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Adjustable enhancement controls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Used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HTML5 Canvas API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WebGL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 </a:t>
            </a:r>
            <a:endParaRPr/>
          </a:p>
        </p:txBody>
      </p:sp>
      <p:sp>
        <p:nvSpPr>
          <p:cNvPr id="139" name="Google Shape;139;p2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operates as a web-based application with frontend and backend integration.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Flask server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PyTorch framework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OpenCV image processing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GPU acceleration support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HTML5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CSS3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Features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preview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 switching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Preset management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Progressive loading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are uploaded through the frontend and processed either locally or through the backend AI pipeline depending on the selected mode.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&amp; Evaluation </a:t>
            </a:r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used the LOL (Low-Light) dataset for training and evaluation: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485 training image pairs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evaluation image pairs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Configuration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Adam optimizer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rate: 1e-4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size: 4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up to 120 epochs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Metrics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PSNR (Peak Signal-to-Noise Ratio)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SSIM (Structural Similarity Index)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Time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Preference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Performance </a:t>
            </a:r>
            <a:endParaRPr/>
          </a:p>
        </p:txBody>
      </p:sp>
      <p:sp>
        <p:nvSpPr>
          <p:cNvPr id="153" name="Google Shape;153;p24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164000" y="997125"/>
            <a:ext cx="8647800" cy="42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AI Mode Performance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highest PSNR score of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18.76 dB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SSIM improved to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0.72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detail preservation compared to traditional methods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Produced more natural colors in difficult lighting conditions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Default Mode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real-time enhancement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Competitive visual quality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Suitable for browser-based applications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Observation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hybrid framework successfully balances enhancement quality and processing speed.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Qualitative Analysis </a:t>
            </a:r>
            <a:endParaRPr/>
          </a:p>
        </p:txBody>
      </p:sp>
      <p:sp>
        <p:nvSpPr>
          <p:cNvPr id="160" name="Google Shape;160;p2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Improvements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brightness and visibility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texture reconstruction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color distortion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edge sharpness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Performance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performed well in: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Night-time photography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Indoor low-light scenes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Surveillance footage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photography applications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Explanation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Backend AI Mode generated visually pleasing results while maintaining natural color consistency and structural details.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&amp; Future Work </a:t>
            </a:r>
            <a:endParaRPr/>
          </a:p>
        </p:txBody>
      </p:sp>
      <p:sp>
        <p:nvSpPr>
          <p:cNvPr id="167" name="Google Shape;167;p26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164008" y="900000"/>
            <a:ext cx="8838720" cy="5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computational cost for Backend AI Mode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training dataset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handling extreme ISO noise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compatibility issues on older devices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Larger and more diverse datasets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Noise-aware enhancement techniques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low-light enhancement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compression and optimization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deployment support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75" name="Google Shape;175;p27"/>
          <p:cNvSpPr txBox="1"/>
          <p:nvPr/>
        </p:nvSpPr>
        <p:spPr>
          <a:xfrm>
            <a:off x="207075" y="990063"/>
            <a:ext cx="7951200" cy="52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proposed a hybrid low-light image enhancement framework that combines: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Transformer-based feature extraction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Retinex-inspired decomposition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Diffusion refinement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frontend enhancement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Achievements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PSNR and SSIM performance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visual quality and detail preservation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Flexible dual-mode architecture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enhancement capability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Outcome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framework successfully balances image quality and processing speed, making it suitable for practical real-world low-light enhancement applications.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/>
        </p:nvSpPr>
        <p:spPr>
          <a:xfrm>
            <a:off x="1297577" y="2821578"/>
            <a:ext cx="67056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